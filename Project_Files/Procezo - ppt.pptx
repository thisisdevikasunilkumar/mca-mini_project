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9"/>
  </p:notesMasterIdLst>
  <p:handoutMasterIdLst>
    <p:handoutMasterId r:id="rId30"/>
  </p:handoutMasterIdLst>
  <p:sldIdLst>
    <p:sldId id="410" r:id="rId5"/>
    <p:sldId id="446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22" r:id="rId15"/>
    <p:sldId id="424" r:id="rId16"/>
    <p:sldId id="423" r:id="rId17"/>
    <p:sldId id="433" r:id="rId18"/>
    <p:sldId id="432" r:id="rId19"/>
    <p:sldId id="447" r:id="rId20"/>
    <p:sldId id="425" r:id="rId21"/>
    <p:sldId id="449" r:id="rId22"/>
    <p:sldId id="426" r:id="rId23"/>
    <p:sldId id="434" r:id="rId24"/>
    <p:sldId id="435" r:id="rId25"/>
    <p:sldId id="436" r:id="rId26"/>
    <p:sldId id="450" r:id="rId27"/>
    <p:sldId id="39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7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C51018-7409-4012-8B7D-55470841A2AC}" v="1" dt="2025-12-08T13:42:43.536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46B8E4B-4210-C1C2-5852-7522EF245F78}"/>
    <pc:docChg chg="addSld modSld">
      <pc:chgData name="Guest User" userId="" providerId="Windows Live" clId="Web-{D46B8E4B-4210-C1C2-5852-7522EF245F78}" dt="2025-12-06T17:30:43.945" v="426"/>
      <pc:docMkLst>
        <pc:docMk/>
      </pc:docMkLst>
      <pc:sldChg chg="modSp add replId">
        <pc:chgData name="Guest User" userId="" providerId="Windows Live" clId="Web-{D46B8E4B-4210-C1C2-5852-7522EF245F78}" dt="2025-12-06T17:30:43.945" v="426"/>
        <pc:sldMkLst>
          <pc:docMk/>
          <pc:sldMk cId="3933679664" sldId="450"/>
        </pc:sldMkLst>
        <pc:spChg chg="mod">
          <ac:chgData name="Guest User" userId="" providerId="Windows Live" clId="Web-{D46B8E4B-4210-C1C2-5852-7522EF245F78}" dt="2025-12-06T17:24:57.470" v="7" actId="20577"/>
          <ac:spMkLst>
            <pc:docMk/>
            <pc:sldMk cId="3933679664" sldId="450"/>
            <ac:spMk id="2" creationId="{C46696F4-C7ED-9AE9-2BA7-3829D81628FE}"/>
          </ac:spMkLst>
        </pc:spChg>
        <pc:graphicFrameChg chg="mod modGraphic">
          <ac:chgData name="Guest User" userId="" providerId="Windows Live" clId="Web-{D46B8E4B-4210-C1C2-5852-7522EF245F78}" dt="2025-12-06T17:30:43.945" v="426"/>
          <ac:graphicFrameMkLst>
            <pc:docMk/>
            <pc:sldMk cId="3933679664" sldId="450"/>
            <ac:graphicFrameMk id="6" creationId="{CCEA9A4A-024A-CA3D-8B3C-C5D2E65F2A60}"/>
          </ac:graphicFrameMkLst>
        </pc:graphicFrameChg>
      </pc:sldChg>
    </pc:docChg>
  </pc:docChgLst>
  <pc:docChgLst>
    <pc:chgData name="DEVIKA SUNILKUMAR" userId="71ae2b1754df7d07" providerId="LiveId" clId="{B650E281-BF84-4C97-84AA-EB9FFB982E86}"/>
    <pc:docChg chg="undo custSel addSld delSld modSld sldOrd">
      <pc:chgData name="DEVIKA SUNILKUMAR" userId="71ae2b1754df7d07" providerId="LiveId" clId="{B650E281-BF84-4C97-84AA-EB9FFB982E86}" dt="2025-12-08T13:42:43.535" v="1336" actId="5736"/>
      <pc:docMkLst>
        <pc:docMk/>
      </pc:docMkLst>
      <pc:sldChg chg="addSp delSp modSp mod modTransition modClrScheme chgLayout modNotesTx">
        <pc:chgData name="DEVIKA SUNILKUMAR" userId="71ae2b1754df7d07" providerId="LiveId" clId="{B650E281-BF84-4C97-84AA-EB9FFB982E86}" dt="2025-11-13T11:36:32.275" v="1293" actId="1036"/>
        <pc:sldMkLst>
          <pc:docMk/>
          <pc:sldMk cId="1024795804" sldId="425"/>
        </pc:sldMkLst>
        <pc:graphicFrameChg chg="add mod ord modGraphic">
          <ac:chgData name="DEVIKA SUNILKUMAR" userId="71ae2b1754df7d07" providerId="LiveId" clId="{B650E281-BF84-4C97-84AA-EB9FFB982E86}" dt="2025-11-13T11:36:32.275" v="1293" actId="1036"/>
          <ac:graphicFrameMkLst>
            <pc:docMk/>
            <pc:sldMk cId="1024795804" sldId="425"/>
            <ac:graphicFrameMk id="6" creationId="{D83C06A5-E4FB-AC32-E909-41292C008975}"/>
          </ac:graphicFrameMkLst>
        </pc:graphicFrameChg>
      </pc:sldChg>
      <pc:sldChg chg="addSp delSp modSp mod modTransition">
        <pc:chgData name="DEVIKA SUNILKUMAR" userId="71ae2b1754df7d07" providerId="LiveId" clId="{B650E281-BF84-4C97-84AA-EB9FFB982E86}" dt="2025-11-30T08:55:18.005" v="1300" actId="5736"/>
        <pc:sldMkLst>
          <pc:docMk/>
          <pc:sldMk cId="3283867652" sldId="426"/>
        </pc:sldMkLst>
        <pc:graphicFrameChg chg="add mod modGraphic">
          <ac:chgData name="DEVIKA SUNILKUMAR" userId="71ae2b1754df7d07" providerId="LiveId" clId="{B650E281-BF84-4C97-84AA-EB9FFB982E86}" dt="2025-11-30T08:55:18.005" v="1300" actId="5736"/>
          <ac:graphicFrameMkLst>
            <pc:docMk/>
            <pc:sldMk cId="3283867652" sldId="426"/>
            <ac:graphicFrameMk id="6" creationId="{3F84B9A5-AFAA-95ED-7812-0EA97A2DCA65}"/>
          </ac:graphicFrameMkLst>
        </pc:graphicFrameChg>
      </pc:sldChg>
      <pc:sldChg chg="addSp delSp modSp add mod modTransition">
        <pc:chgData name="DEVIKA SUNILKUMAR" userId="71ae2b1754df7d07" providerId="LiveId" clId="{B650E281-BF84-4C97-84AA-EB9FFB982E86}" dt="2025-12-08T13:42:43.535" v="1336" actId="5736"/>
        <pc:sldMkLst>
          <pc:docMk/>
          <pc:sldMk cId="934546650" sldId="434"/>
        </pc:sldMkLst>
        <pc:spChg chg="add del">
          <ac:chgData name="DEVIKA SUNILKUMAR" userId="71ae2b1754df7d07" providerId="LiveId" clId="{B650E281-BF84-4C97-84AA-EB9FFB982E86}" dt="2025-12-08T13:41:05.162" v="1335" actId="22"/>
          <ac:spMkLst>
            <pc:docMk/>
            <pc:sldMk cId="934546650" sldId="434"/>
            <ac:spMk id="4" creationId="{A924AFF1-D7FE-01CC-EA92-FF031E97E3FD}"/>
          </ac:spMkLst>
        </pc:spChg>
        <pc:graphicFrameChg chg="mod modGraphic">
          <ac:chgData name="DEVIKA SUNILKUMAR" userId="71ae2b1754df7d07" providerId="LiveId" clId="{B650E281-BF84-4C97-84AA-EB9FFB982E86}" dt="2025-12-08T13:42:43.535" v="1336" actId="5736"/>
          <ac:graphicFrameMkLst>
            <pc:docMk/>
            <pc:sldMk cId="934546650" sldId="434"/>
            <ac:graphicFrameMk id="6" creationId="{EA06C85D-411E-A8C5-B9AD-18567F882A7B}"/>
          </ac:graphicFrameMkLst>
        </pc:graphicFrameChg>
      </pc:sldChg>
      <pc:sldChg chg="modSp mod">
        <pc:chgData name="DEVIKA SUNILKUMAR" userId="71ae2b1754df7d07" providerId="LiveId" clId="{B650E281-BF84-4C97-84AA-EB9FFB982E86}" dt="2025-12-08T13:40:45.167" v="1331" actId="1076"/>
        <pc:sldMkLst>
          <pc:docMk/>
          <pc:sldMk cId="1361950015" sldId="436"/>
        </pc:sldMkLst>
        <pc:spChg chg="mod">
          <ac:chgData name="DEVIKA SUNILKUMAR" userId="71ae2b1754df7d07" providerId="LiveId" clId="{B650E281-BF84-4C97-84AA-EB9FFB982E86}" dt="2025-12-08T13:40:45.167" v="1331" actId="1076"/>
          <ac:spMkLst>
            <pc:docMk/>
            <pc:sldMk cId="1361950015" sldId="436"/>
            <ac:spMk id="2" creationId="{CDE959FD-7E30-21BE-198E-7A5B489F6C94}"/>
          </ac:spMkLst>
        </pc:spChg>
        <pc:graphicFrameChg chg="mod modGraphic">
          <ac:chgData name="DEVIKA SUNILKUMAR" userId="71ae2b1754df7d07" providerId="LiveId" clId="{B650E281-BF84-4C97-84AA-EB9FFB982E86}" dt="2025-12-08T13:40:19.551" v="1319" actId="1076"/>
          <ac:graphicFrameMkLst>
            <pc:docMk/>
            <pc:sldMk cId="1361950015" sldId="436"/>
            <ac:graphicFrameMk id="6" creationId="{C1C21315-CD48-0FE8-DA1F-22D155CD7D5A}"/>
          </ac:graphicFrameMkLst>
        </pc:graphicFrameChg>
      </pc:sldChg>
      <pc:sldChg chg="modSp mod">
        <pc:chgData name="DEVIKA SUNILKUMAR" userId="71ae2b1754df7d07" providerId="LiveId" clId="{B650E281-BF84-4C97-84AA-EB9FFB982E86}" dt="2025-12-06T16:10:51.775" v="1302" actId="20577"/>
        <pc:sldMkLst>
          <pc:docMk/>
          <pc:sldMk cId="4235066612" sldId="449"/>
        </pc:sldMkLst>
        <pc:graphicFrameChg chg="modGraphic">
          <ac:chgData name="DEVIKA SUNILKUMAR" userId="71ae2b1754df7d07" providerId="LiveId" clId="{B650E281-BF84-4C97-84AA-EB9FFB982E86}" dt="2025-12-06T16:10:51.775" v="1302" actId="20577"/>
          <ac:graphicFrameMkLst>
            <pc:docMk/>
            <pc:sldMk cId="4235066612" sldId="449"/>
            <ac:graphicFrameMk id="6" creationId="{C307C589-88F6-6567-9677-ACE492E39B5F}"/>
          </ac:graphicFrameMkLst>
        </pc:graphicFrameChg>
      </pc:sldChg>
      <pc:sldChg chg="modSp mod">
        <pc:chgData name="DEVIKA SUNILKUMAR" userId="71ae2b1754df7d07" providerId="LiveId" clId="{B650E281-BF84-4C97-84AA-EB9FFB982E86}" dt="2025-12-08T13:40:52.538" v="1333" actId="20577"/>
        <pc:sldMkLst>
          <pc:docMk/>
          <pc:sldMk cId="3933679664" sldId="450"/>
        </pc:sldMkLst>
        <pc:spChg chg="mod">
          <ac:chgData name="DEVIKA SUNILKUMAR" userId="71ae2b1754df7d07" providerId="LiveId" clId="{B650E281-BF84-4C97-84AA-EB9FFB982E86}" dt="2025-12-08T13:40:52.538" v="1333" actId="20577"/>
          <ac:spMkLst>
            <pc:docMk/>
            <pc:sldMk cId="3933679664" sldId="450"/>
            <ac:spMk id="2" creationId="{C46696F4-C7ED-9AE9-2BA7-3829D81628FE}"/>
          </ac:spMkLst>
        </pc:spChg>
      </pc:sldChg>
    </pc:docChg>
  </pc:docChgLst>
  <pc:docChgLst>
    <pc:chgData name="Guest User" providerId="Windows Live" clId="Web-{ECE97EEE-A425-B9D9-3983-AF2C9EB4C43C}"/>
    <pc:docChg chg="modSld">
      <pc:chgData name="Guest User" userId="" providerId="Windows Live" clId="Web-{ECE97EEE-A425-B9D9-3983-AF2C9EB4C43C}" dt="2025-11-17T04:46:36.694" v="6" actId="20577"/>
      <pc:docMkLst>
        <pc:docMk/>
      </pc:docMkLst>
      <pc:sldChg chg="modSp">
        <pc:chgData name="Guest User" userId="" providerId="Windows Live" clId="Web-{ECE97EEE-A425-B9D9-3983-AF2C9EB4C43C}" dt="2025-11-17T04:46:36.694" v="6" actId="20577"/>
        <pc:sldMkLst>
          <pc:docMk/>
          <pc:sldMk cId="3390304222" sldId="410"/>
        </pc:sldMkLst>
        <pc:spChg chg="mod">
          <ac:chgData name="Guest User" userId="" providerId="Windows Live" clId="Web-{ECE97EEE-A425-B9D9-3983-AF2C9EB4C43C}" dt="2025-11-17T04:46:36.694" v="6" actId="20577"/>
          <ac:spMkLst>
            <pc:docMk/>
            <pc:sldMk cId="3390304222" sldId="410"/>
            <ac:spMk id="4" creationId="{270928B5-004A-87B5-E5D4-3E253E4F877E}"/>
          </ac:spMkLst>
        </pc:spChg>
      </pc:sldChg>
    </pc:docChg>
  </pc:docChgLst>
  <pc:docChgLst>
    <pc:chgData name="Guest User" providerId="Windows Live" clId="Web-{CAE75691-6D7B-0CA9-FCDC-BD44F0DF66B9}"/>
    <pc:docChg chg="addSld delSld modSld">
      <pc:chgData name="Guest User" userId="" providerId="Windows Live" clId="Web-{CAE75691-6D7B-0CA9-FCDC-BD44F0DF66B9}" dt="2025-12-05T17:16:34.400" v="1686" actId="1076"/>
      <pc:docMkLst>
        <pc:docMk/>
      </pc:docMkLst>
      <pc:sldChg chg="modSp">
        <pc:chgData name="Guest User" userId="" providerId="Windows Live" clId="Web-{CAE75691-6D7B-0CA9-FCDC-BD44F0DF66B9}" dt="2025-12-05T17:15:38.847" v="1683"/>
        <pc:sldMkLst>
          <pc:docMk/>
          <pc:sldMk cId="1024795804" sldId="425"/>
        </pc:sldMkLst>
        <pc:graphicFrameChg chg="mod modGraphic">
          <ac:chgData name="Guest User" userId="" providerId="Windows Live" clId="Web-{CAE75691-6D7B-0CA9-FCDC-BD44F0DF66B9}" dt="2025-12-05T17:15:38.847" v="1683"/>
          <ac:graphicFrameMkLst>
            <pc:docMk/>
            <pc:sldMk cId="1024795804" sldId="425"/>
            <ac:graphicFrameMk id="6" creationId="{D83C06A5-E4FB-AC32-E909-41292C008975}"/>
          </ac:graphicFrameMkLst>
        </pc:graphicFrameChg>
      </pc:sldChg>
      <pc:sldChg chg="modSp">
        <pc:chgData name="Guest User" userId="" providerId="Windows Live" clId="Web-{CAE75691-6D7B-0CA9-FCDC-BD44F0DF66B9}" dt="2025-12-05T17:16:34.400" v="1686" actId="1076"/>
        <pc:sldMkLst>
          <pc:docMk/>
          <pc:sldMk cId="3283867652" sldId="426"/>
        </pc:sldMkLst>
        <pc:spChg chg="mod">
          <ac:chgData name="Guest User" userId="" providerId="Windows Live" clId="Web-{CAE75691-6D7B-0CA9-FCDC-BD44F0DF66B9}" dt="2025-12-05T17:16:34.400" v="1686" actId="1076"/>
          <ac:spMkLst>
            <pc:docMk/>
            <pc:sldMk cId="3283867652" sldId="426"/>
            <ac:spMk id="2" creationId="{276EADF9-FF41-22F8-2BF8-821888D48A3E}"/>
          </ac:spMkLst>
        </pc:spChg>
        <pc:graphicFrameChg chg="mod modGraphic">
          <ac:chgData name="Guest User" userId="" providerId="Windows Live" clId="Web-{CAE75691-6D7B-0CA9-FCDC-BD44F0DF66B9}" dt="2025-12-05T17:16:26.618" v="1685"/>
          <ac:graphicFrameMkLst>
            <pc:docMk/>
            <pc:sldMk cId="3283867652" sldId="426"/>
            <ac:graphicFrameMk id="6" creationId="{3F84B9A5-AFAA-95ED-7812-0EA97A2DCA65}"/>
          </ac:graphicFrameMkLst>
        </pc:graphicFrameChg>
      </pc:sldChg>
      <pc:sldChg chg="modSp add replId">
        <pc:chgData name="Guest User" userId="" providerId="Windows Live" clId="Web-{CAE75691-6D7B-0CA9-FCDC-BD44F0DF66B9}" dt="2025-12-05T17:15:07.611" v="1681" actId="1076"/>
        <pc:sldMkLst>
          <pc:docMk/>
          <pc:sldMk cId="4235066612" sldId="449"/>
        </pc:sldMkLst>
        <pc:spChg chg="mod">
          <ac:chgData name="Guest User" userId="" providerId="Windows Live" clId="Web-{CAE75691-6D7B-0CA9-FCDC-BD44F0DF66B9}" dt="2025-12-05T16:46:20.261" v="590" actId="20577"/>
          <ac:spMkLst>
            <pc:docMk/>
            <pc:sldMk cId="4235066612" sldId="449"/>
            <ac:spMk id="8" creationId="{EA51AE29-3225-2025-00E4-85DADD6AFEF0}"/>
          </ac:spMkLst>
        </pc:spChg>
        <pc:graphicFrameChg chg="mod modGraphic">
          <ac:chgData name="Guest User" userId="" providerId="Windows Live" clId="Web-{CAE75691-6D7B-0CA9-FCDC-BD44F0DF66B9}" dt="2025-12-05T17:15:07.611" v="1681" actId="1076"/>
          <ac:graphicFrameMkLst>
            <pc:docMk/>
            <pc:sldMk cId="4235066612" sldId="449"/>
            <ac:graphicFrameMk id="6" creationId="{C307C589-88F6-6567-9677-ACE492E39B5F}"/>
          </ac:graphicFrameMkLst>
        </pc:graphicFrameChg>
      </pc:sldChg>
    </pc:docChg>
  </pc:docChgLst>
  <pc:docChgLst>
    <pc:chgData name="Guest User" providerId="Windows Live" clId="Web-{8B75ECF0-B023-F09F-5028-E2B708494005}"/>
    <pc:docChg chg="modSld">
      <pc:chgData name="Guest User" userId="" providerId="Windows Live" clId="Web-{8B75ECF0-B023-F09F-5028-E2B708494005}" dt="2025-12-07T07:24:36.978" v="1086" actId="14100"/>
      <pc:docMkLst>
        <pc:docMk/>
      </pc:docMkLst>
      <pc:sldChg chg="modSp">
        <pc:chgData name="Guest User" userId="" providerId="Windows Live" clId="Web-{8B75ECF0-B023-F09F-5028-E2B708494005}" dt="2025-12-07T07:24:36.978" v="1086" actId="14100"/>
        <pc:sldMkLst>
          <pc:docMk/>
          <pc:sldMk cId="1361950015" sldId="436"/>
        </pc:sldMkLst>
        <pc:spChg chg="mod">
          <ac:chgData name="Guest User" userId="" providerId="Windows Live" clId="Web-{8B75ECF0-B023-F09F-5028-E2B708494005}" dt="2025-12-07T07:24:36.978" v="1086" actId="14100"/>
          <ac:spMkLst>
            <pc:docMk/>
            <pc:sldMk cId="1361950015" sldId="436"/>
            <ac:spMk id="2" creationId="{CDE959FD-7E30-21BE-198E-7A5B489F6C94}"/>
          </ac:spMkLst>
        </pc:spChg>
        <pc:graphicFrameChg chg="mod modGraphic">
          <ac:chgData name="Guest User" userId="" providerId="Windows Live" clId="Web-{8B75ECF0-B023-F09F-5028-E2B708494005}" dt="2025-12-07T07:24:20.352" v="1081"/>
          <ac:graphicFrameMkLst>
            <pc:docMk/>
            <pc:sldMk cId="1361950015" sldId="436"/>
            <ac:graphicFrameMk id="6" creationId="{C1C21315-CD48-0FE8-DA1F-22D155CD7D5A}"/>
          </ac:graphicFrameMkLst>
        </pc:graphicFrameChg>
      </pc:sldChg>
    </pc:docChg>
  </pc:docChgLst>
  <pc:docChgLst>
    <pc:chgData name="Guest User" providerId="Windows Live" clId="Web-{6BF15407-081F-BE69-3C22-B0B196453FB2}"/>
    <pc:docChg chg="modSld">
      <pc:chgData name="Guest User" userId="" providerId="Windows Live" clId="Web-{6BF15407-081F-BE69-3C22-B0B196453FB2}" dt="2025-11-19T17:51:37.473" v="6"/>
      <pc:docMkLst>
        <pc:docMk/>
      </pc:docMkLst>
      <pc:sldChg chg="modSp">
        <pc:chgData name="Guest User" userId="" providerId="Windows Live" clId="Web-{6BF15407-081F-BE69-3C22-B0B196453FB2}" dt="2025-11-19T17:39:18.105" v="3"/>
        <pc:sldMkLst>
          <pc:docMk/>
          <pc:sldMk cId="2495804009" sldId="435"/>
        </pc:sldMkLst>
        <pc:graphicFrameChg chg="mod modGraphic">
          <ac:chgData name="Guest User" userId="" providerId="Windows Live" clId="Web-{6BF15407-081F-BE69-3C22-B0B196453FB2}" dt="2025-11-19T17:39:18.105" v="3"/>
          <ac:graphicFrameMkLst>
            <pc:docMk/>
            <pc:sldMk cId="2495804009" sldId="435"/>
            <ac:graphicFrameMk id="6" creationId="{E8C09A17-D833-5C8C-2573-0A6B9E59258D}"/>
          </ac:graphicFrameMkLst>
        </pc:graphicFrameChg>
      </pc:sldChg>
      <pc:sldChg chg="modSp">
        <pc:chgData name="Guest User" userId="" providerId="Windows Live" clId="Web-{6BF15407-081F-BE69-3C22-B0B196453FB2}" dt="2025-11-19T17:51:37.473" v="6"/>
        <pc:sldMkLst>
          <pc:docMk/>
          <pc:sldMk cId="1361950015" sldId="436"/>
        </pc:sldMkLst>
        <pc:graphicFrameChg chg="mod modGraphic">
          <ac:chgData name="Guest User" userId="" providerId="Windows Live" clId="Web-{6BF15407-081F-BE69-3C22-B0B196453FB2}" dt="2025-11-19T17:51:37.473" v="6"/>
          <ac:graphicFrameMkLst>
            <pc:docMk/>
            <pc:sldMk cId="1361950015" sldId="436"/>
            <ac:graphicFrameMk id="6" creationId="{C1C21315-CD48-0FE8-DA1F-22D155CD7D5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err="1"/>
              <a:t>face_data</a:t>
            </a:r>
            <a:r>
              <a:rPr lang="en-IN"/>
              <a:t> VARBINARY(2048)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12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ED2A-CD0E-46F1-CD43-EA3AE94A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E1974-2C55-19BF-04B6-B6841716D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36258-5E80-EFFC-9CEB-5A45B42A9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err="1"/>
              <a:t>face_data</a:t>
            </a:r>
            <a:r>
              <a:rPr lang="en-IN"/>
              <a:t> VARBINARY(2048)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3901D-1FF9-D357-60B6-FA3DFCF23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83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2883161"/>
            <a:ext cx="3841802" cy="1016102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Procezo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928B5-004A-87B5-E5D4-3E253E4F877E}"/>
              </a:ext>
            </a:extLst>
          </p:cNvPr>
          <p:cNvSpPr txBox="1"/>
          <p:nvPr/>
        </p:nvSpPr>
        <p:spPr>
          <a:xfrm>
            <a:off x="6314493" y="4005951"/>
            <a:ext cx="5283460" cy="18947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  <a:latin typeface="Times New Roman"/>
                <a:cs typeface="Times New Roman"/>
              </a:rPr>
              <a:t>Presented By,</a:t>
            </a:r>
          </a:p>
          <a:p>
            <a:pPr>
              <a:lnSpc>
                <a:spcPct val="150000"/>
              </a:lnSpc>
            </a:pPr>
            <a:r>
              <a:rPr lang="en-US" sz="1600" b="1">
                <a:solidFill>
                  <a:schemeClr val="bg1"/>
                </a:solidFill>
                <a:latin typeface="Times New Roman"/>
                <a:cs typeface="Times New Roman"/>
              </a:rPr>
              <a:t>                           JMAYMCA009   </a:t>
            </a:r>
            <a:r>
              <a:rPr lang="en-US" sz="1600">
                <a:solidFill>
                  <a:schemeClr val="bg1"/>
                </a:solidFill>
                <a:latin typeface="Times New Roman"/>
                <a:cs typeface="Times New Roman"/>
              </a:rPr>
              <a:t>DEVIKA SUNILKUMAR</a:t>
            </a:r>
          </a:p>
          <a:p>
            <a:pPr>
              <a:lnSpc>
                <a:spcPct val="150000"/>
              </a:lnSpc>
            </a:pPr>
            <a:r>
              <a:rPr lang="en-US" sz="16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                          JMAYMCA010   </a:t>
            </a:r>
            <a:r>
              <a:rPr lang="en-US" sz="16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DIYA V P</a:t>
            </a:r>
          </a:p>
          <a:p>
            <a:pPr>
              <a:lnSpc>
                <a:spcPct val="150000"/>
              </a:lnSpc>
            </a:pPr>
            <a:r>
              <a:rPr lang="en-US" sz="16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                          JMAYMCA013   </a:t>
            </a:r>
            <a:r>
              <a:rPr lang="en-US" sz="16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HITHA KRISHNA P R</a:t>
            </a:r>
          </a:p>
          <a:p>
            <a:pPr>
              <a:lnSpc>
                <a:spcPct val="150000"/>
              </a:lnSpc>
            </a:pPr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JMAYMCA034   </a:t>
            </a:r>
            <a:r>
              <a:rPr lang="en-US" sz="160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TINA PAUL C</a:t>
            </a:r>
            <a:endParaRPr lang="en-US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00C7-BF17-B69A-B511-048DE773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05840"/>
            <a:ext cx="10972800" cy="76688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252C-51AD-1287-3FDA-25E201A746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10539838" cy="359747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Monitor and manage employee productivity through automated systems and real-time data tracking.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 attendance using face recognition for accuracy and efficiency.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Track work activities and emotions to assess stress levels and  engagement.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 transparency and accountability in workforce management.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insightful reports to support data-driven decision-making.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Enhance overall organizational efficiency by integrating modules for administration, analysis, and monitoring.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23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CEF44-5A12-F6AA-C8C6-55D5FAA0E0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283210" indent="-28321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>
                <a:latin typeface="Times New Roman"/>
                <a:cs typeface="Times New Roman"/>
              </a:rPr>
              <a:t>Comprehensive Employee Monitoring</a:t>
            </a:r>
            <a:r>
              <a:rPr lang="en-US">
                <a:latin typeface="Times New Roman"/>
                <a:cs typeface="Times New Roman"/>
              </a:rPr>
              <a:t>: Tracks employee activities through face recognition, emotion detection, and system logs (keyboard, process, and screenshots).</a:t>
            </a:r>
          </a:p>
          <a:p>
            <a:pPr marL="283210" indent="-28321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>
                <a:latin typeface="Times New Roman"/>
                <a:cs typeface="Times New Roman"/>
              </a:rPr>
              <a:t>Automated Attendance System</a:t>
            </a:r>
            <a:r>
              <a:rPr lang="en-US">
                <a:latin typeface="Times New Roman"/>
                <a:cs typeface="Times New Roman"/>
              </a:rPr>
              <a:t>: Uses face recognition to automatically record login and logout times, ensuring accurate and real-time attendance tracking.</a:t>
            </a:r>
          </a:p>
          <a:p>
            <a:pPr marL="283210" indent="-28321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>
                <a:latin typeface="Times New Roman"/>
                <a:cs typeface="Times New Roman"/>
              </a:rPr>
              <a:t>Modular Design</a:t>
            </a:r>
            <a:r>
              <a:rPr lang="en-US">
                <a:latin typeface="Times New Roman"/>
                <a:cs typeface="Times New Roman"/>
              </a:rPr>
              <a:t>: The system is divided into Admin and Website, each handling registration, data management, and visualization of employee information.</a:t>
            </a:r>
          </a:p>
          <a:p>
            <a:pPr marL="283210" indent="-28321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>
                <a:latin typeface="Times New Roman"/>
                <a:cs typeface="Times New Roman"/>
              </a:rPr>
              <a:t>Enhanced Management and Security</a:t>
            </a:r>
            <a:r>
              <a:rPr lang="en-US">
                <a:latin typeface="Times New Roman"/>
                <a:cs typeface="Times New Roman"/>
              </a:rPr>
              <a:t>: Provides insights on employee behavior, work performance, and overtime, improving accountability, transparency, and organizational control.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A50C69-0F02-D6E6-935D-9CD33DE8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1005840"/>
            <a:ext cx="10874375" cy="77692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</a:t>
            </a:r>
          </a:p>
        </p:txBody>
      </p:sp>
    </p:spTree>
    <p:extLst>
      <p:ext uri="{BB962C8B-B14F-4D97-AF65-F5344CB8AC3E}">
        <p14:creationId xmlns:p14="http://schemas.microsoft.com/office/powerpoint/2010/main" val="326514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D9B6-9D13-67D1-6DA3-67E3B39D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05840"/>
            <a:ext cx="10972800" cy="76688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696F-BFC0-7A5A-6D4D-2D52DD2032A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Automated face recognition attendance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Continuous emotion detection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activity monitoring (logs)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admin control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analysis and reporting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Integrated web and desktop modules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Enhanced productivity and security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10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80A44-5507-1B1F-CE8D-AEADA26E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16000"/>
            <a:ext cx="10873740" cy="76708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F1601-4ADA-4A4F-DE15-DF584C3AA8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Accurate attendance tracking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emotion monitoring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Improved employee accountability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collection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Easy performance analysis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Enhanced organizational security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Increased overall productivity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64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617C-4082-F590-C7D2-4410DC1B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995680"/>
            <a:ext cx="10972800" cy="77704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System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B8FF9-EE8D-A60F-9087-DA8A087C17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Activity monitoring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accountability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reports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modules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improvement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15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FA6B-D44D-12B5-6004-1FC60C5C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995680"/>
            <a:ext cx="10873740" cy="78740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064B2-0E58-EDB0-07C6-D45B842296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Tracks only field employees using mobile applications.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Relies on manual attendance or GPS-based tracking.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Limited monitoring focuses mainly on location and check-in/out times.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emotion detection or behavior analysis features.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Lacks integration with system logs like keyboard or process tracking.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minimal insights for performance evaluation and decision-making.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46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41CB-BBE8-3478-F270-DACB5A1F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985520"/>
            <a:ext cx="10972800" cy="78720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25BA8-2B70-E563-4C5F-B90898C2FCD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Limited tracking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emotion analysis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Low accuracy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Poor data integration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Limited performance insights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9C84-198B-2174-896C-DF9869C6D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5E3F-5E33-6A4F-2A70-3CD992C7D4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ensures the system is user-friendly and practical for daily use.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confirms compatibility with existing hardware and software.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verifies the system is cost-effective and beneficial.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5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17AB-84EA-5444-D4E2-AAFC1652E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1B995-1BA2-79DE-3341-1C068B540E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93800" y="2676525"/>
            <a:ext cx="4490827" cy="359747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OS: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Windows 7 or above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Front-End: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Back-End: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Python (Django)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Apache/WAMP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Browsers: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Chrome, Firefox, Internet Explorer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E8C432-CCC1-E6AC-2E36-5E71DFF3CCA2}"/>
              </a:ext>
            </a:extLst>
          </p:cNvPr>
          <p:cNvSpPr txBox="1">
            <a:spLocks/>
          </p:cNvSpPr>
          <p:nvPr/>
        </p:nvSpPr>
        <p:spPr>
          <a:xfrm>
            <a:off x="5694680" y="2676525"/>
            <a:ext cx="5450840" cy="3597470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943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AI Module: 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CNN for face &amp; emotion detection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>
              <a:buFont typeface="Wingdings" panose="05000000000000000000" pitchFamily="2" charset="2"/>
              <a:buChar char="§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Modules: 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Admin, Staff</a:t>
            </a:r>
          </a:p>
        </p:txBody>
      </p:sp>
    </p:spTree>
    <p:extLst>
      <p:ext uri="{BB962C8B-B14F-4D97-AF65-F5344CB8AC3E}">
        <p14:creationId xmlns:p14="http://schemas.microsoft.com/office/powerpoint/2010/main" val="17155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E4B315-CDF7-99EC-F87B-449EB032F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65109"/>
            <a:ext cx="9778365" cy="100761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DFD Level 0 </a:t>
            </a:r>
          </a:p>
        </p:txBody>
      </p:sp>
      <p:pic>
        <p:nvPicPr>
          <p:cNvPr id="2" name="Picture 1" descr="A close-up of a line&#10;&#10;AI-generated content may be incorrect.">
            <a:extLst>
              <a:ext uri="{FF2B5EF4-FFF2-40B4-BE49-F238E27FC236}">
                <a16:creationId xmlns:a16="http://schemas.microsoft.com/office/drawing/2014/main" id="{6BCCB66F-5B80-0B68-6DEF-360B70CA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54" y="3428652"/>
            <a:ext cx="9800493" cy="184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8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1782-66EB-7756-3F71-9E10F820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DFD Level 1 - Admin</a:t>
            </a:r>
            <a:endParaRPr lang="en-IN"/>
          </a:p>
        </p:txBody>
      </p:sp>
      <p:pic>
        <p:nvPicPr>
          <p:cNvPr id="4" name="Picture 3" descr="A diagram of a face recognition process&#10;&#10;AI-generated content may be incorrect.">
            <a:extLst>
              <a:ext uri="{FF2B5EF4-FFF2-40B4-BE49-F238E27FC236}">
                <a16:creationId xmlns:a16="http://schemas.microsoft.com/office/drawing/2014/main" id="{40B0FF38-7AF4-5CE8-1835-7E6BBB79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06" y="2314941"/>
            <a:ext cx="9989282" cy="395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7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E7F6-CBA0-65A8-8607-6FD443CC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961053"/>
            <a:ext cx="9778365" cy="811672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DFD Level 1 - Staff</a:t>
            </a:r>
          </a:p>
        </p:txBody>
      </p:sp>
      <p:pic>
        <p:nvPicPr>
          <p:cNvPr id="4" name="Picture 3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601739CC-74EB-5D51-707A-2320FBF1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94" y="2242308"/>
            <a:ext cx="9501672" cy="402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0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453D0-E623-8E37-E19C-E23D23F06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7012" y="3025725"/>
            <a:ext cx="7819292" cy="794825"/>
          </a:xfrm>
        </p:spPr>
        <p:txBody>
          <a:bodyPr/>
          <a:lstStyle/>
          <a:p>
            <a:r>
              <a:rPr lang="en-IN" sz="4400">
                <a:latin typeface="Times New Roman"/>
                <a:cs typeface="Times New Roman"/>
              </a:rPr>
              <a:t>General Architecture Diagram</a:t>
            </a:r>
            <a:endParaRPr lang="en-GB" sz="4400" b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831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CC69A-CCE9-142A-8DC8-AE1C0AA1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E0F1EA4-F61B-3DA3-E2E1-38C2BE2B33FE}"/>
              </a:ext>
            </a:extLst>
          </p:cNvPr>
          <p:cNvGrpSpPr/>
          <p:nvPr/>
        </p:nvGrpSpPr>
        <p:grpSpPr>
          <a:xfrm>
            <a:off x="574" y="0"/>
            <a:ext cx="12319802" cy="6858000"/>
            <a:chOff x="574" y="0"/>
            <a:chExt cx="12319802" cy="6858000"/>
          </a:xfrm>
        </p:grpSpPr>
        <p:pic>
          <p:nvPicPr>
            <p:cNvPr id="4" name="Picture 3" descr="A diagram of a software application&#10;&#10;AI-generated content may be incorrect.">
              <a:extLst>
                <a:ext uri="{FF2B5EF4-FFF2-40B4-BE49-F238E27FC236}">
                  <a16:creationId xmlns:a16="http://schemas.microsoft.com/office/drawing/2014/main" id="{16127B36-88F5-BB71-AE8D-95DD7D4D2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" y="0"/>
              <a:ext cx="12319802" cy="6858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7AE03F-9414-1807-21C6-9DA32895C25D}"/>
                </a:ext>
              </a:extLst>
            </p:cNvPr>
            <p:cNvSpPr txBox="1"/>
            <p:nvPr/>
          </p:nvSpPr>
          <p:spPr>
            <a:xfrm>
              <a:off x="1097430" y="5281247"/>
              <a:ext cx="1359877" cy="43088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IN" sz="1100" b="1">
                  <a:solidFill>
                    <a:schemeClr val="bg1"/>
                  </a:solidFill>
                  <a:latin typeface="Times New Roman"/>
                </a:rPr>
                <a:t>CNN + LSTM</a:t>
              </a:r>
              <a:endParaRPr lang="en-GB" sz="1100">
                <a:solidFill>
                  <a:schemeClr val="bg1"/>
                </a:solidFill>
              </a:endParaRPr>
            </a:p>
            <a:p>
              <a:pPr algn="ctr"/>
              <a:endParaRPr lang="en-GB" sz="11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522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758E6-A66F-FD32-7676-DC986D40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8E729F-6C12-1B9B-EE29-52F869E66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94"/>
          <a:stretch>
            <a:fillRect/>
          </a:stretch>
        </p:blipFill>
        <p:spPr>
          <a:xfrm>
            <a:off x="1090765" y="0"/>
            <a:ext cx="442513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EB43D50-7FF2-EF61-00BC-5CEEBBB04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250" y="3500438"/>
            <a:ext cx="4940300" cy="2541587"/>
          </a:xfrm>
        </p:spPr>
        <p:txBody>
          <a:bodyPr/>
          <a:lstStyle/>
          <a:p>
            <a:r>
              <a:rPr lang="en-IN" sz="4400">
                <a:latin typeface="Times New Roman"/>
                <a:cs typeface="Times New Roman"/>
              </a:rPr>
              <a:t>Flow Chart</a:t>
            </a:r>
            <a:endParaRPr lang="en-GB" sz="4400" b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851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97E61A-5658-DEB9-5C0F-9F165A6C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29920"/>
            <a:ext cx="2687320" cy="115316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3C06A5-E4FB-AC32-E909-41292C00897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30648792"/>
              </p:ext>
            </p:extLst>
          </p:nvPr>
        </p:nvGraphicFramePr>
        <p:xfrm>
          <a:off x="3938788" y="364901"/>
          <a:ext cx="7507770" cy="756375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620873">
                  <a:extLst>
                    <a:ext uri="{9D8B030D-6E8A-4147-A177-3AD203B41FA5}">
                      <a16:colId xmlns:a16="http://schemas.microsoft.com/office/drawing/2014/main" val="203287810"/>
                    </a:ext>
                  </a:extLst>
                </a:gridCol>
                <a:gridCol w="2463730">
                  <a:extLst>
                    <a:ext uri="{9D8B030D-6E8A-4147-A177-3AD203B41FA5}">
                      <a16:colId xmlns:a16="http://schemas.microsoft.com/office/drawing/2014/main" val="1127086430"/>
                    </a:ext>
                  </a:extLst>
                </a:gridCol>
                <a:gridCol w="3423167">
                  <a:extLst>
                    <a:ext uri="{9D8B030D-6E8A-4147-A177-3AD203B41FA5}">
                      <a16:colId xmlns:a16="http://schemas.microsoft.com/office/drawing/2014/main" val="1702189256"/>
                    </a:ext>
                  </a:extLst>
                </a:gridCol>
              </a:tblGrid>
              <a:tr h="396664">
                <a:tc gridSpan="3">
                  <a:txBody>
                    <a:bodyPr/>
                    <a:lstStyle/>
                    <a:p>
                      <a:pPr marL="0" marR="0" lvl="0" indent="0" algn="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Register_id</a:t>
                      </a:r>
                      <a:r>
                        <a:rPr lang="en-US" sz="2400" b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: Primary </a:t>
                      </a:r>
                      <a:r>
                        <a:rPr lang="en-US" sz="2400" b="1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key,staff_id</a:t>
                      </a:r>
                      <a:r>
                        <a:rPr lang="en-US" sz="2400" b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lang="en-US" sz="2400" b="1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foregin</a:t>
                      </a:r>
                      <a:r>
                        <a:rPr lang="en-US" sz="2400" b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 key</a:t>
                      </a:r>
                      <a:endParaRPr lang="en-US" sz="2400"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06062"/>
                  </a:ext>
                </a:extLst>
              </a:tr>
              <a:tr h="369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Datatype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0500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staff_id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Unique ID for each staff member 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5044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register_id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Unique ID for each register record</a:t>
                      </a:r>
                      <a:endParaRPr lang="en-US"/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628229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Full name of the staff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30537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Staff email address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70136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phone_no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VARCHAR(15)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 phone number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21564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VARCHAR(15)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password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090326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Profile_image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BLOB/LONGBLOB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Profile image file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913410"/>
                  </a:ext>
                </a:extLst>
              </a:tr>
              <a:tr h="5228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face_embedding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JSON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/>
                        <a:t>List of float numbers representing face encoding</a:t>
                      </a:r>
                      <a:endParaRPr lang="en-US"/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772039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face_capture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BLOB/LONGBLOB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Franklin Gothic Book"/>
                        </a:rPr>
                        <a:t>Live face-captured image</a:t>
                      </a:r>
                      <a:endParaRPr lang="en-US"/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143615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ENUM('admin', 'staff')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user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257114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of the staff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421410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dob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of birth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341658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Native or residing place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886290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 of residence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11265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of residence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381083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country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VARCHAR(30)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User's country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102074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Pin_code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VARCHAR(10)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Postal code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019778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job_type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type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954245"/>
                  </a:ext>
                </a:extLst>
              </a:tr>
              <a:tr h="2884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created_at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DATETIME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Record creation Timestamp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40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7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4C1E-D8F9-853A-8316-421D6575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A51AE29-3225-2025-00E4-85DADD6AF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29920"/>
            <a:ext cx="2687320" cy="1153160"/>
          </a:xfrm>
        </p:spPr>
        <p:txBody>
          <a:bodyPr/>
          <a:lstStyle/>
          <a:p>
            <a:r>
              <a:rPr lang="en-IN">
                <a:latin typeface="Times New Roman"/>
                <a:cs typeface="Times New Roman"/>
              </a:rPr>
              <a:t>Staff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/>
                <a:cs typeface="Times New Roman"/>
              </a:rPr>
              <a:t>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07C589-88F6-6567-9677-ACE492E39B5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14862996"/>
              </p:ext>
            </p:extLst>
          </p:nvPr>
        </p:nvGraphicFramePr>
        <p:xfrm>
          <a:off x="2940676" y="332704"/>
          <a:ext cx="7825719" cy="557116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701452">
                  <a:extLst>
                    <a:ext uri="{9D8B030D-6E8A-4147-A177-3AD203B41FA5}">
                      <a16:colId xmlns:a16="http://schemas.microsoft.com/office/drawing/2014/main" val="203287810"/>
                    </a:ext>
                  </a:extLst>
                </a:gridCol>
                <a:gridCol w="2563071">
                  <a:extLst>
                    <a:ext uri="{9D8B030D-6E8A-4147-A177-3AD203B41FA5}">
                      <a16:colId xmlns:a16="http://schemas.microsoft.com/office/drawing/2014/main" val="1127086430"/>
                    </a:ext>
                  </a:extLst>
                </a:gridCol>
                <a:gridCol w="3561196">
                  <a:extLst>
                    <a:ext uri="{9D8B030D-6E8A-4147-A177-3AD203B41FA5}">
                      <a16:colId xmlns:a16="http://schemas.microsoft.com/office/drawing/2014/main" val="1702189256"/>
                    </a:ext>
                  </a:extLst>
                </a:gridCol>
              </a:tblGrid>
              <a:tr h="584311">
                <a:tc gridSpan="3">
                  <a:txBody>
                    <a:bodyPr/>
                    <a:lstStyle/>
                    <a:p>
                      <a:pPr marL="0" marR="0" lvl="0" indent="0" algn="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Register_id</a:t>
                      </a:r>
                      <a:r>
                        <a:rPr lang="en-US" sz="2400" b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: Primary key,</a:t>
                      </a:r>
                    </a:p>
                    <a:p>
                      <a:pPr marL="0" marR="0" lvl="0" indent="0" algn="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staff_id</a:t>
                      </a:r>
                      <a:r>
                        <a:rPr lang="en-US" sz="2400" b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: Primary key</a:t>
                      </a:r>
                      <a:endParaRPr lang="en-US" sz="2400"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06062"/>
                  </a:ext>
                </a:extLst>
              </a:tr>
              <a:tr h="366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Datatype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0500"/>
                  </a:ext>
                </a:extLst>
              </a:tr>
              <a:tr h="41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staff_id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Unique ID for each staff member 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5044"/>
                  </a:ext>
                </a:extLst>
              </a:tr>
              <a:tr h="366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Full name of the staff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30537"/>
                  </a:ext>
                </a:extLst>
              </a:tr>
              <a:tr h="366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Staff email address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70136"/>
                  </a:ext>
                </a:extLst>
              </a:tr>
              <a:tr h="366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Profile_image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BLOB/LONGBLOB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Profile image file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913410"/>
                  </a:ext>
                </a:extLst>
              </a:tr>
              <a:tr h="3661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System_id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/>
                        <a:t>System generated or device ID for attendance / face recognition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772039"/>
                  </a:ext>
                </a:extLst>
              </a:tr>
              <a:tr h="366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ENUM('admin', 'staff')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user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257114"/>
                  </a:ext>
                </a:extLst>
              </a:tr>
              <a:tr h="366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of the staff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421410"/>
                  </a:ext>
                </a:extLst>
              </a:tr>
              <a:tr h="366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job_type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type</a:t>
                      </a:r>
                    </a:p>
                  </a:txBody>
                  <a:tcPr marL="62720" marR="62720" marT="31360" marB="313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954245"/>
                  </a:ext>
                </a:extLst>
              </a:tr>
              <a:tr h="3661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created_at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DATETIME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Record creation Timestamp</a:t>
                      </a:r>
                    </a:p>
                  </a:txBody>
                  <a:tcPr marL="62719" marR="62719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40577"/>
                  </a:ext>
                </a:extLst>
              </a:tr>
              <a:tr h="3661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check_in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TIME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Check-in time for staff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88828"/>
                  </a:ext>
                </a:extLst>
              </a:tr>
              <a:tr h="3661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check_out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TIME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Check-out time for staff</a:t>
                      </a:r>
                    </a:p>
                  </a:txBody>
                  <a:tcPr marL="62718" marR="62718" marT="31359" marB="3135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022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06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ADF9-FF41-22F8-2BF8-821888D4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95" y="690465"/>
            <a:ext cx="5167343" cy="109261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Table</a:t>
            </a:r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84B9A5-AFAA-95ED-7812-0EA97A2DCA6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21313561"/>
              </p:ext>
            </p:extLst>
          </p:nvPr>
        </p:nvGraphicFramePr>
        <p:xfrm>
          <a:off x="4898094" y="692363"/>
          <a:ext cx="6693547" cy="58521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45088">
                  <a:extLst>
                    <a:ext uri="{9D8B030D-6E8A-4147-A177-3AD203B41FA5}">
                      <a16:colId xmlns:a16="http://schemas.microsoft.com/office/drawing/2014/main" val="203287810"/>
                    </a:ext>
                  </a:extLst>
                </a:gridCol>
                <a:gridCol w="2430956">
                  <a:extLst>
                    <a:ext uri="{9D8B030D-6E8A-4147-A177-3AD203B41FA5}">
                      <a16:colId xmlns:a16="http://schemas.microsoft.com/office/drawing/2014/main" val="1127086430"/>
                    </a:ext>
                  </a:extLst>
                </a:gridCol>
                <a:gridCol w="2817503">
                  <a:extLst>
                    <a:ext uri="{9D8B030D-6E8A-4147-A177-3AD203B41FA5}">
                      <a16:colId xmlns:a16="http://schemas.microsoft.com/office/drawing/2014/main" val="1702189256"/>
                    </a:ext>
                  </a:extLst>
                </a:gridCol>
              </a:tblGrid>
              <a:tr h="778863">
                <a:tc gridSpan="3">
                  <a:txBody>
                    <a:bodyPr/>
                    <a:lstStyle/>
                    <a:p>
                      <a:pPr algn="r"/>
                      <a:r>
                        <a:rPr lang="en-US" sz="240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attendance_id : primary key</a:t>
                      </a:r>
                    </a:p>
                    <a:p>
                      <a:pPr algn="r"/>
                      <a:r>
                        <a:rPr lang="en-US" sz="2400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staff_id</a:t>
                      </a:r>
                      <a:r>
                        <a:rPr lang="en-US" sz="240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: foreign key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06062"/>
                  </a:ext>
                </a:extLst>
              </a:tr>
              <a:tr h="433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0500"/>
                  </a:ext>
                </a:extLst>
              </a:tr>
              <a:tr h="601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attendance_id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Unique ID for each attendance record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5044"/>
                  </a:ext>
                </a:extLst>
              </a:tr>
              <a:tr h="345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staff_id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Reference to staff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30537"/>
                  </a:ext>
                </a:extLst>
              </a:tr>
              <a:tr h="6014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date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DATE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The date of attendance</a:t>
                      </a:r>
                    </a:p>
                    <a:p>
                      <a:pPr lvl="0"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(defaults to today)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30549"/>
                  </a:ext>
                </a:extLst>
              </a:tr>
              <a:tr h="345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check_in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Check-in time of staff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70136"/>
                  </a:ext>
                </a:extLst>
              </a:tr>
              <a:tr h="345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check_out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Check-out time of staff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090326"/>
                  </a:ext>
                </a:extLst>
              </a:tr>
              <a:tr h="345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overtime_hours</a:t>
                      </a:r>
                      <a:endParaRPr lang="en-IN" sz="1800" err="1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Logout / check-out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913410"/>
                  </a:ext>
                </a:extLst>
              </a:tr>
              <a:tr h="601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>
                          <a:latin typeface="Times New Roman"/>
                          <a:cs typeface="Times New Roman"/>
                        </a:rPr>
                        <a:t>overtime_hours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Number of overtime hours worked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257114"/>
                  </a:ext>
                </a:extLst>
              </a:tr>
              <a:tr h="601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ENUM</a:t>
                      </a:r>
                    </a:p>
                    <a:p>
                      <a:pPr>
                        <a:buNone/>
                      </a:pPr>
                      <a:r>
                        <a:rPr lang="en-IN" sz="1800">
                          <a:latin typeface="Times New Roman"/>
                          <a:cs typeface="Times New Roman"/>
                        </a:rPr>
                        <a:t>('Present', 'Absent', 'Leave')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42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86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4B17-8E29-A95F-86D7-0F2F101F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FA36-514E-859B-6888-4F50FCA7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690465"/>
            <a:ext cx="3790827" cy="109261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Emotion Table</a:t>
            </a:r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A06C85D-411E-A8C5-B9AD-18567F882A7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5511662"/>
              </p:ext>
            </p:extLst>
          </p:nvPr>
        </p:nvGraphicFramePr>
        <p:xfrm>
          <a:off x="3718560" y="2135296"/>
          <a:ext cx="7810498" cy="335803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686230">
                  <a:extLst>
                    <a:ext uri="{9D8B030D-6E8A-4147-A177-3AD203B41FA5}">
                      <a16:colId xmlns:a16="http://schemas.microsoft.com/office/drawing/2014/main" val="203287810"/>
                    </a:ext>
                  </a:extLst>
                </a:gridCol>
                <a:gridCol w="2836609">
                  <a:extLst>
                    <a:ext uri="{9D8B030D-6E8A-4147-A177-3AD203B41FA5}">
                      <a16:colId xmlns:a16="http://schemas.microsoft.com/office/drawing/2014/main" val="1127086430"/>
                    </a:ext>
                  </a:extLst>
                </a:gridCol>
                <a:gridCol w="3287659">
                  <a:extLst>
                    <a:ext uri="{9D8B030D-6E8A-4147-A177-3AD203B41FA5}">
                      <a16:colId xmlns:a16="http://schemas.microsoft.com/office/drawing/2014/main" val="1702189256"/>
                    </a:ext>
                  </a:extLst>
                </a:gridCol>
              </a:tblGrid>
              <a:tr h="744866">
                <a:tc gridSpan="3">
                  <a:txBody>
                    <a:bodyPr/>
                    <a:lstStyle/>
                    <a:p>
                      <a:pPr algn="r"/>
                      <a:r>
                        <a:rPr lang="en-US" sz="2400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emotion_id</a:t>
                      </a:r>
                      <a:r>
                        <a:rPr lang="en-US" sz="240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  : primary key</a:t>
                      </a:r>
                    </a:p>
                    <a:p>
                      <a:pPr algn="r"/>
                      <a:r>
                        <a:rPr lang="en-US" sz="2400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staff_id</a:t>
                      </a:r>
                      <a:r>
                        <a:rPr lang="en-US" sz="240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 : foreign key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06062"/>
                  </a:ext>
                </a:extLst>
              </a:tr>
              <a:tr h="413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Datatype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0500"/>
                  </a:ext>
                </a:extLst>
              </a:tr>
              <a:tr h="43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emotion_id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emotion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5044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err="1">
                          <a:latin typeface="Times New Roman"/>
                          <a:cs typeface="Times New Roman"/>
                        </a:rPr>
                        <a:t>staff_id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30537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emotion_type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ENUM('Happy', 'Sad', 'Neutral', 'Angry', 'Tired', 'Focused')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Detected emotion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70136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of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09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54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B960-C71B-1C17-970C-DFFD401BC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05CC-6EAE-0249-B113-45D761B5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90465"/>
            <a:ext cx="3124200" cy="109261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Table</a:t>
            </a:r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8C09A17-D833-5C8C-2573-0A6B9E59258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84033469"/>
              </p:ext>
            </p:extLst>
          </p:nvPr>
        </p:nvGraphicFramePr>
        <p:xfrm>
          <a:off x="3718560" y="969853"/>
          <a:ext cx="7898878" cy="546115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31670">
                  <a:extLst>
                    <a:ext uri="{9D8B030D-6E8A-4147-A177-3AD203B41FA5}">
                      <a16:colId xmlns:a16="http://schemas.microsoft.com/office/drawing/2014/main" val="203287810"/>
                    </a:ext>
                  </a:extLst>
                </a:gridCol>
                <a:gridCol w="1636090">
                  <a:extLst>
                    <a:ext uri="{9D8B030D-6E8A-4147-A177-3AD203B41FA5}">
                      <a16:colId xmlns:a16="http://schemas.microsoft.com/office/drawing/2014/main" val="1127086430"/>
                    </a:ext>
                  </a:extLst>
                </a:gridCol>
                <a:gridCol w="4231118">
                  <a:extLst>
                    <a:ext uri="{9D8B030D-6E8A-4147-A177-3AD203B41FA5}">
                      <a16:colId xmlns:a16="http://schemas.microsoft.com/office/drawing/2014/main" val="1702189256"/>
                    </a:ext>
                  </a:extLst>
                </a:gridCol>
              </a:tblGrid>
              <a:tr h="744866">
                <a:tc gridSpan="3">
                  <a:txBody>
                    <a:bodyPr/>
                    <a:lstStyle/>
                    <a:p>
                      <a:pPr algn="r"/>
                      <a:r>
                        <a:rPr lang="en-US" sz="240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productivity_id </a:t>
                      </a:r>
                      <a:r>
                        <a:rPr lang="en-US" sz="2400" baseline="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primary key</a:t>
                      </a:r>
                      <a:endParaRPr lang="en-US" sz="2400">
                        <a:solidFill>
                          <a:schemeClr val="bg1"/>
                        </a:solidFill>
                        <a:highlight>
                          <a:srgbClr val="EAE4E4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/>
                      <a:r>
                        <a:rPr lang="en-US" sz="240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staff_id : foreign key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06062"/>
                  </a:ext>
                </a:extLst>
              </a:tr>
              <a:tr h="413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0500"/>
                  </a:ext>
                </a:extLst>
              </a:tr>
              <a:tr h="43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productivity_id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productivity ID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5044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30537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time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70136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keystroke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keystrokes (keyboard presses) recorded during a work session, used to measure typing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090326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err="1">
                          <a:latin typeface="Times New Roman"/>
                          <a:cs typeface="Times New Roman"/>
                        </a:rPr>
                        <a:t>mouse_moves</a:t>
                      </a: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count of mouse movements or clicks detected during the session, used to monitor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913410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productivity_score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Calculated score representing overall productivity based on activity metrics (e.g., keystrokes, mouse movement, and task completion)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012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80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42DA-5563-477F-C6DC-DAC35E17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59FD-7E30-21BE-198E-7A5B489F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13" y="995265"/>
            <a:ext cx="3832537" cy="1092615"/>
          </a:xfrm>
        </p:spPr>
        <p:txBody>
          <a:bodyPr/>
          <a:lstStyle/>
          <a:p>
            <a:r>
              <a:rPr lang="en-IN" dirty="0">
                <a:latin typeface="Times New Roman"/>
                <a:cs typeface="Times New Roman"/>
              </a:rPr>
              <a:t>Work Schedule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C21315-CD48-0FE8-DA1F-22D155CD7D5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29439439"/>
              </p:ext>
            </p:extLst>
          </p:nvPr>
        </p:nvGraphicFramePr>
        <p:xfrm>
          <a:off x="3995150" y="167640"/>
          <a:ext cx="7453804" cy="65227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796050">
                  <a:extLst>
                    <a:ext uri="{9D8B030D-6E8A-4147-A177-3AD203B41FA5}">
                      <a16:colId xmlns:a16="http://schemas.microsoft.com/office/drawing/2014/main" val="203287810"/>
                    </a:ext>
                  </a:extLst>
                </a:gridCol>
                <a:gridCol w="2540359">
                  <a:extLst>
                    <a:ext uri="{9D8B030D-6E8A-4147-A177-3AD203B41FA5}">
                      <a16:colId xmlns:a16="http://schemas.microsoft.com/office/drawing/2014/main" val="1127086430"/>
                    </a:ext>
                  </a:extLst>
                </a:gridCol>
                <a:gridCol w="3117395">
                  <a:extLst>
                    <a:ext uri="{9D8B030D-6E8A-4147-A177-3AD203B41FA5}">
                      <a16:colId xmlns:a16="http://schemas.microsoft.com/office/drawing/2014/main" val="1702189256"/>
                    </a:ext>
                  </a:extLst>
                </a:gridCol>
              </a:tblGrid>
              <a:tr h="743988">
                <a:tc gridSpan="3">
                  <a:txBody>
                    <a:bodyPr/>
                    <a:lstStyle/>
                    <a:p>
                      <a:pPr algn="r"/>
                      <a:r>
                        <a:rPr lang="en-US" sz="2400" dirty="0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schedule_id</a:t>
                      </a:r>
                      <a:r>
                        <a:rPr lang="en-US" sz="2400" baseline="0" dirty="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 : primary key</a:t>
                      </a:r>
                      <a:endParaRPr lang="en-US" sz="2400" dirty="0">
                        <a:solidFill>
                          <a:schemeClr val="bg1"/>
                        </a:solidFill>
                        <a:highlight>
                          <a:srgbClr val="EAE4E4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r"/>
                      <a:r>
                        <a:rPr lang="en-US" sz="2400" dirty="0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staff_id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 : foreign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06062"/>
                  </a:ext>
                </a:extLst>
              </a:tr>
              <a:tr h="4133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/>
                          <a:cs typeface="Times New Roman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/>
                          <a:cs typeface="Times New Roman"/>
                        </a:rPr>
                        <a:t>Datatype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0500"/>
                  </a:ext>
                </a:extLst>
              </a:tr>
              <a:tr h="30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schedule_id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Unique id for each work schedule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5044"/>
                  </a:ext>
                </a:extLst>
              </a:tr>
              <a:tr h="30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staff_id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Staff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30537"/>
                  </a:ext>
                </a:extLst>
              </a:tr>
              <a:tr h="30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VARCHAR(100)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Name of the work assigned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70136"/>
                  </a:ext>
                </a:extLst>
              </a:tr>
              <a:tr h="30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Detailed explanation of the task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090326"/>
                  </a:ext>
                </a:extLst>
              </a:tr>
              <a:tr h="30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assigned_date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Date when the task was assigned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913410"/>
                  </a:ext>
                </a:extLst>
              </a:tr>
              <a:tr h="30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due_date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Deadline for the work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191527"/>
                  </a:ext>
                </a:extLst>
              </a:tr>
              <a:tr h="30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completed_date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DATE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Date when the task was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453690"/>
                  </a:ext>
                </a:extLst>
              </a:tr>
              <a:tr h="523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ENUM('</a:t>
                      </a:r>
                      <a:r>
                        <a:rPr lang="en-IN" sz="1600" err="1">
                          <a:latin typeface="Times New Roman"/>
                          <a:cs typeface="Times New Roman"/>
                        </a:rPr>
                        <a:t>pending','completed','Rescheduled','Incomplete</a:t>
                      </a: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Current state of the task </a:t>
                      </a:r>
                    </a:p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Default = pending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407649"/>
                  </a:ext>
                </a:extLst>
              </a:tr>
              <a:tr h="5235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admin_notes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Notes added by admin about the task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267668"/>
                  </a:ext>
                </a:extLst>
              </a:tr>
              <a:tr h="5235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staff_response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Staff feedback, reschedule </a:t>
                      </a: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reason,or</a:t>
                      </a: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 comments.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770294"/>
                  </a:ext>
                </a:extLst>
              </a:tr>
              <a:tr h="5235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created_at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DATETIME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Auto </a:t>
                      </a: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timestamp:when</a:t>
                      </a: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 record was created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9532"/>
                  </a:ext>
                </a:extLst>
              </a:tr>
              <a:tr h="5235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updated_at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DATETIME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Auto </a:t>
                      </a:r>
                      <a:r>
                        <a:rPr lang="en-IN" sz="1600" dirty="0" err="1">
                          <a:latin typeface="Times New Roman"/>
                          <a:cs typeface="Times New Roman"/>
                        </a:rPr>
                        <a:t>timestamp:when</a:t>
                      </a: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 record was last updated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534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95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B4F7-F0DA-EC5F-6B47-218AD41B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96F4-C7ED-9AE9-2BA7-3829D8162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90465"/>
            <a:ext cx="3124200" cy="1092615"/>
          </a:xfrm>
        </p:spPr>
        <p:txBody>
          <a:bodyPr/>
          <a:lstStyle/>
          <a:p>
            <a:r>
              <a:rPr lang="en-IN" dirty="0" err="1">
                <a:latin typeface="Times New Roman"/>
                <a:cs typeface="Times New Roman"/>
              </a:rPr>
              <a:t>GooglemeetTable</a:t>
            </a:r>
            <a:endParaRPr lang="en-IN" dirty="0">
              <a:latin typeface="Times New Roman"/>
              <a:cs typeface="Times New Roman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EA9A4A-024A-CA3D-8B3C-C5D2E65F2A6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90151885"/>
              </p:ext>
            </p:extLst>
          </p:nvPr>
        </p:nvGraphicFramePr>
        <p:xfrm>
          <a:off x="3705225" y="1238250"/>
          <a:ext cx="7881808" cy="51206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87671">
                  <a:extLst>
                    <a:ext uri="{9D8B030D-6E8A-4147-A177-3AD203B41FA5}">
                      <a16:colId xmlns:a16="http://schemas.microsoft.com/office/drawing/2014/main" val="203287810"/>
                    </a:ext>
                  </a:extLst>
                </a:gridCol>
                <a:gridCol w="2497739">
                  <a:extLst>
                    <a:ext uri="{9D8B030D-6E8A-4147-A177-3AD203B41FA5}">
                      <a16:colId xmlns:a16="http://schemas.microsoft.com/office/drawing/2014/main" val="1127086430"/>
                    </a:ext>
                  </a:extLst>
                </a:gridCol>
                <a:gridCol w="3296398">
                  <a:extLst>
                    <a:ext uri="{9D8B030D-6E8A-4147-A177-3AD203B41FA5}">
                      <a16:colId xmlns:a16="http://schemas.microsoft.com/office/drawing/2014/main" val="1702189256"/>
                    </a:ext>
                  </a:extLst>
                </a:gridCol>
              </a:tblGrid>
              <a:tr h="744866">
                <a:tc gridSpan="3">
                  <a:txBody>
                    <a:bodyPr/>
                    <a:lstStyle/>
                    <a:p>
                      <a:pPr algn="r"/>
                      <a:r>
                        <a:rPr lang="en-US" sz="2400" dirty="0" err="1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meet_id</a:t>
                      </a:r>
                      <a:r>
                        <a:rPr lang="en-US" sz="2400" baseline="0" dirty="0">
                          <a:solidFill>
                            <a:schemeClr val="bg1"/>
                          </a:solidFill>
                          <a:highlight>
                            <a:srgbClr val="EAE4E4"/>
                          </a:highlight>
                          <a:latin typeface="Times New Roman"/>
                          <a:cs typeface="Times New Roman"/>
                        </a:rPr>
                        <a:t> : primary key</a:t>
                      </a:r>
                      <a:endParaRPr lang="en-US" sz="2400">
                        <a:solidFill>
                          <a:schemeClr val="bg1"/>
                        </a:solidFill>
                        <a:highlight>
                          <a:srgbClr val="EAE4E4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r"/>
                      <a:endParaRPr lang="en-US" sz="2400" dirty="0">
                        <a:solidFill>
                          <a:schemeClr val="bg1"/>
                        </a:solidFill>
                        <a:highlight>
                          <a:srgbClr val="EAE4E4"/>
                        </a:highlight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06062"/>
                  </a:ext>
                </a:extLst>
              </a:tr>
              <a:tr h="413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/>
                          <a:cs typeface="Times New Roman"/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/>
                          <a:cs typeface="Times New Roman"/>
                        </a:rPr>
                        <a:t>Datatype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0500"/>
                  </a:ext>
                </a:extLst>
              </a:tr>
              <a:tr h="43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meet_id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INT AUTO_INCREMENT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Unique identifier for each Google Meet session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5044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Job_type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VARCHAR(10)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latin typeface="Times New Roman"/>
                        </a:rPr>
                        <a:t>Job type or work category related to the meeting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30537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meet_time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DATETIME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latin typeface="Times New Roman"/>
                        </a:rPr>
                        <a:t>Scheduled date and time of the meeting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270136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meet_title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Title or subject of the Google Meet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090326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meet_description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Detailed description or agenda of the meeting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913410"/>
                  </a:ext>
                </a:extLst>
              </a:tr>
              <a:tr h="331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meet_link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Google Meet URL used to join the meeting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19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67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3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78793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0</TotalTime>
  <Words>1267</Words>
  <Application>Microsoft Office PowerPoint</Application>
  <PresentationFormat>Widescreen</PresentationFormat>
  <Paragraphs>324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Franklin Gothic Book</vt:lpstr>
      <vt:lpstr>Franklin Gothic Demi</vt:lpstr>
      <vt:lpstr>Times New Roman</vt:lpstr>
      <vt:lpstr>Wingdings</vt:lpstr>
      <vt:lpstr>Custom</vt:lpstr>
      <vt:lpstr>Procezo</vt:lpstr>
      <vt:lpstr>Introduction</vt:lpstr>
      <vt:lpstr>System Overview </vt:lpstr>
      <vt:lpstr>Proposed System</vt:lpstr>
      <vt:lpstr>Advantages Of Proposed System</vt:lpstr>
      <vt:lpstr>Objectives Of The System</vt:lpstr>
      <vt:lpstr>Existing System</vt:lpstr>
      <vt:lpstr>Drawbacks Of Existing System</vt:lpstr>
      <vt:lpstr>Feasibility Study</vt:lpstr>
      <vt:lpstr>Requirements Specification </vt:lpstr>
      <vt:lpstr>DFD Level 0 </vt:lpstr>
      <vt:lpstr>DFD Level 1 - Admin</vt:lpstr>
      <vt:lpstr>DFD Level 1 - Staff</vt:lpstr>
      <vt:lpstr>General Architecture Diagram</vt:lpstr>
      <vt:lpstr>PowerPoint Presentation</vt:lpstr>
      <vt:lpstr>Flow Chart</vt:lpstr>
      <vt:lpstr>Register  Table</vt:lpstr>
      <vt:lpstr>Staff  Table</vt:lpstr>
      <vt:lpstr>Attendance Table</vt:lpstr>
      <vt:lpstr>Emotion Table</vt:lpstr>
      <vt:lpstr>Productivity Table</vt:lpstr>
      <vt:lpstr>Work Schedule Table</vt:lpstr>
      <vt:lpstr>GooglemeetTable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Procezo</dc:title>
  <dc:creator>DEVIKA SUNILKUMAR</dc:creator>
  <cp:lastModifiedBy>DEVIKA SUNILKUMAR</cp:lastModifiedBy>
  <cp:revision>175</cp:revision>
  <dcterms:created xsi:type="dcterms:W3CDTF">2025-10-12T07:08:19Z</dcterms:created>
  <dcterms:modified xsi:type="dcterms:W3CDTF">2025-12-08T13:42:54Z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